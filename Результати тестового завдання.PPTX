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8F530-C9D6-42F4-A597-94C747FDA184}" v="19" dt="2024-07-30T10:48:30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N" userId="90ac674c4ae0a777" providerId="LiveId" clId="{8D88F530-C9D6-42F4-A597-94C747FDA184}"/>
    <pc:docChg chg="undo custSel addSld modSld">
      <pc:chgData name="A N" userId="90ac674c4ae0a777" providerId="LiveId" clId="{8D88F530-C9D6-42F4-A597-94C747FDA184}" dt="2024-07-30T11:16:34.972" v="2178" actId="113"/>
      <pc:docMkLst>
        <pc:docMk/>
      </pc:docMkLst>
      <pc:sldChg chg="addSp delSp modSp new mod">
        <pc:chgData name="A N" userId="90ac674c4ae0a777" providerId="LiveId" clId="{8D88F530-C9D6-42F4-A597-94C747FDA184}" dt="2024-07-30T04:38:06.482" v="100" actId="20577"/>
        <pc:sldMkLst>
          <pc:docMk/>
          <pc:sldMk cId="972963188" sldId="256"/>
        </pc:sldMkLst>
        <pc:spChg chg="mod">
          <ac:chgData name="A N" userId="90ac674c4ae0a777" providerId="LiveId" clId="{8D88F530-C9D6-42F4-A597-94C747FDA184}" dt="2024-07-30T04:38:06.482" v="100" actId="20577"/>
          <ac:spMkLst>
            <pc:docMk/>
            <pc:sldMk cId="972963188" sldId="256"/>
            <ac:spMk id="2" creationId="{510367E6-AB73-980E-8FCA-442D1B3364E8}"/>
          </ac:spMkLst>
        </pc:spChg>
        <pc:spChg chg="add del mod">
          <ac:chgData name="A N" userId="90ac674c4ae0a777" providerId="LiveId" clId="{8D88F530-C9D6-42F4-A597-94C747FDA184}" dt="2024-07-30T04:36:48.541" v="85" actId="14100"/>
          <ac:spMkLst>
            <pc:docMk/>
            <pc:sldMk cId="972963188" sldId="256"/>
            <ac:spMk id="3" creationId="{1A71C261-F80F-B234-6D89-F20721257765}"/>
          </ac:spMkLst>
        </pc:spChg>
      </pc:sldChg>
      <pc:sldChg chg="modSp new mod">
        <pc:chgData name="A N" userId="90ac674c4ae0a777" providerId="LiveId" clId="{8D88F530-C9D6-42F4-A597-94C747FDA184}" dt="2024-07-30T04:46:59.922" v="278" actId="20577"/>
        <pc:sldMkLst>
          <pc:docMk/>
          <pc:sldMk cId="1964691850" sldId="257"/>
        </pc:sldMkLst>
        <pc:spChg chg="mod">
          <ac:chgData name="A N" userId="90ac674c4ae0a777" providerId="LiveId" clId="{8D88F530-C9D6-42F4-A597-94C747FDA184}" dt="2024-07-30T04:38:23.992" v="108" actId="207"/>
          <ac:spMkLst>
            <pc:docMk/>
            <pc:sldMk cId="1964691850" sldId="257"/>
            <ac:spMk id="2" creationId="{8C8B19D0-45A2-7F99-F2D5-D06551AF80D0}"/>
          </ac:spMkLst>
        </pc:spChg>
        <pc:spChg chg="mod">
          <ac:chgData name="A N" userId="90ac674c4ae0a777" providerId="LiveId" clId="{8D88F530-C9D6-42F4-A597-94C747FDA184}" dt="2024-07-30T04:46:59.922" v="278" actId="20577"/>
          <ac:spMkLst>
            <pc:docMk/>
            <pc:sldMk cId="1964691850" sldId="257"/>
            <ac:spMk id="3" creationId="{BC2897F6-21D9-6575-758D-D2214AECD992}"/>
          </ac:spMkLst>
        </pc:spChg>
      </pc:sldChg>
      <pc:sldChg chg="addSp delSp modSp new mod">
        <pc:chgData name="A N" userId="90ac674c4ae0a777" providerId="LiveId" clId="{8D88F530-C9D6-42F4-A597-94C747FDA184}" dt="2024-07-30T06:01:20.041" v="1096" actId="113"/>
        <pc:sldMkLst>
          <pc:docMk/>
          <pc:sldMk cId="3249630969" sldId="258"/>
        </pc:sldMkLst>
        <pc:spChg chg="mod">
          <ac:chgData name="A N" userId="90ac674c4ae0a777" providerId="LiveId" clId="{8D88F530-C9D6-42F4-A597-94C747FDA184}" dt="2024-07-30T04:48:52.083" v="297" actId="27636"/>
          <ac:spMkLst>
            <pc:docMk/>
            <pc:sldMk cId="3249630969" sldId="258"/>
            <ac:spMk id="2" creationId="{2D0AF2C1-F2A0-3303-F89D-3A3C8FD36184}"/>
          </ac:spMkLst>
        </pc:spChg>
        <pc:spChg chg="mod">
          <ac:chgData name="A N" userId="90ac674c4ae0a777" providerId="LiveId" clId="{8D88F530-C9D6-42F4-A597-94C747FDA184}" dt="2024-07-30T06:01:20.041" v="1096" actId="113"/>
          <ac:spMkLst>
            <pc:docMk/>
            <pc:sldMk cId="3249630969" sldId="258"/>
            <ac:spMk id="3" creationId="{0E537B9B-9746-6E9C-5DC2-0AA0BEBD4ADB}"/>
          </ac:spMkLst>
        </pc:spChg>
        <pc:spChg chg="add mod">
          <ac:chgData name="A N" userId="90ac674c4ae0a777" providerId="LiveId" clId="{8D88F530-C9D6-42F4-A597-94C747FDA184}" dt="2024-07-30T05:15:14.341" v="472" actId="1076"/>
          <ac:spMkLst>
            <pc:docMk/>
            <pc:sldMk cId="3249630969" sldId="258"/>
            <ac:spMk id="4" creationId="{E8BDE436-0C81-410B-2304-9E412C1E163E}"/>
          </ac:spMkLst>
        </pc:spChg>
        <pc:spChg chg="add del mod">
          <ac:chgData name="A N" userId="90ac674c4ae0a777" providerId="LiveId" clId="{8D88F530-C9D6-42F4-A597-94C747FDA184}" dt="2024-07-30T05:15:49.763" v="479" actId="478"/>
          <ac:spMkLst>
            <pc:docMk/>
            <pc:sldMk cId="3249630969" sldId="258"/>
            <ac:spMk id="5" creationId="{987BB740-8076-CFCF-4688-7A34C3E0C86F}"/>
          </ac:spMkLst>
        </pc:spChg>
        <pc:spChg chg="add del">
          <ac:chgData name="A N" userId="90ac674c4ae0a777" providerId="LiveId" clId="{8D88F530-C9D6-42F4-A597-94C747FDA184}" dt="2024-07-30T05:18:21.256" v="505" actId="478"/>
          <ac:spMkLst>
            <pc:docMk/>
            <pc:sldMk cId="3249630969" sldId="258"/>
            <ac:spMk id="6" creationId="{2DC755E6-646D-09B1-63D0-6F3EB692B8AE}"/>
          </ac:spMkLst>
        </pc:spChg>
        <pc:picChg chg="add mod">
          <ac:chgData name="A N" userId="90ac674c4ae0a777" providerId="LiveId" clId="{8D88F530-C9D6-42F4-A597-94C747FDA184}" dt="2024-07-30T06:01:14.595" v="1095" actId="1076"/>
          <ac:picMkLst>
            <pc:docMk/>
            <pc:sldMk cId="3249630969" sldId="258"/>
            <ac:picMk id="8" creationId="{6890D7D2-3D54-72A9-58D8-EC7DCB588673}"/>
          </ac:picMkLst>
        </pc:picChg>
      </pc:sldChg>
      <pc:sldChg chg="addSp delSp modSp add mod">
        <pc:chgData name="A N" userId="90ac674c4ae0a777" providerId="LiveId" clId="{8D88F530-C9D6-42F4-A597-94C747FDA184}" dt="2024-07-30T08:36:59.929" v="1529" actId="1076"/>
        <pc:sldMkLst>
          <pc:docMk/>
          <pc:sldMk cId="2044495496" sldId="259"/>
        </pc:sldMkLst>
        <pc:spChg chg="mod">
          <ac:chgData name="A N" userId="90ac674c4ae0a777" providerId="LiveId" clId="{8D88F530-C9D6-42F4-A597-94C747FDA184}" dt="2024-07-30T08:36:12.858" v="1525" actId="1076"/>
          <ac:spMkLst>
            <pc:docMk/>
            <pc:sldMk cId="2044495496" sldId="259"/>
            <ac:spMk id="2" creationId="{2D0AF2C1-F2A0-3303-F89D-3A3C8FD36184}"/>
          </ac:spMkLst>
        </pc:spChg>
        <pc:spChg chg="del mod">
          <ac:chgData name="A N" userId="90ac674c4ae0a777" providerId="LiveId" clId="{8D88F530-C9D6-42F4-A597-94C747FDA184}" dt="2024-07-30T05:21:43.267" v="595" actId="478"/>
          <ac:spMkLst>
            <pc:docMk/>
            <pc:sldMk cId="2044495496" sldId="259"/>
            <ac:spMk id="3" creationId="{0E537B9B-9746-6E9C-5DC2-0AA0BEBD4ADB}"/>
          </ac:spMkLst>
        </pc:spChg>
        <pc:spChg chg="add mod">
          <ac:chgData name="A N" userId="90ac674c4ae0a777" providerId="LiveId" clId="{8D88F530-C9D6-42F4-A597-94C747FDA184}" dt="2024-07-30T08:36:34.087" v="1526" actId="1076"/>
          <ac:spMkLst>
            <pc:docMk/>
            <pc:sldMk cId="2044495496" sldId="259"/>
            <ac:spMk id="6" creationId="{8E2E6283-AA54-943F-B7AE-C1C507D26667}"/>
          </ac:spMkLst>
        </pc:spChg>
        <pc:spChg chg="add del">
          <ac:chgData name="A N" userId="90ac674c4ae0a777" providerId="LiveId" clId="{8D88F530-C9D6-42F4-A597-94C747FDA184}" dt="2024-07-30T05:44:00.194" v="1009" actId="478"/>
          <ac:spMkLst>
            <pc:docMk/>
            <pc:sldMk cId="2044495496" sldId="259"/>
            <ac:spMk id="10" creationId="{52D4A0A7-D289-DFBB-80E5-8EEEFCC27305}"/>
          </ac:spMkLst>
        </pc:spChg>
        <pc:spChg chg="add mod">
          <ac:chgData name="A N" userId="90ac674c4ae0a777" providerId="LiveId" clId="{8D88F530-C9D6-42F4-A597-94C747FDA184}" dt="2024-07-30T08:36:34.087" v="1526" actId="1076"/>
          <ac:spMkLst>
            <pc:docMk/>
            <pc:sldMk cId="2044495496" sldId="259"/>
            <ac:spMk id="11" creationId="{89AA7BF1-28DA-1F96-6D65-16B95441F22D}"/>
          </ac:spMkLst>
        </pc:spChg>
        <pc:spChg chg="add mod">
          <ac:chgData name="A N" userId="90ac674c4ae0a777" providerId="LiveId" clId="{8D88F530-C9D6-42F4-A597-94C747FDA184}" dt="2024-07-30T08:36:34.087" v="1526" actId="1076"/>
          <ac:spMkLst>
            <pc:docMk/>
            <pc:sldMk cId="2044495496" sldId="259"/>
            <ac:spMk id="16" creationId="{44BD3D2F-BBC2-88C6-F8FE-9FD0C3A4E1EC}"/>
          </ac:spMkLst>
        </pc:spChg>
        <pc:spChg chg="add mod">
          <ac:chgData name="A N" userId="90ac674c4ae0a777" providerId="LiveId" clId="{8D88F530-C9D6-42F4-A597-94C747FDA184}" dt="2024-07-30T08:36:59.929" v="1529" actId="1076"/>
          <ac:spMkLst>
            <pc:docMk/>
            <pc:sldMk cId="2044495496" sldId="259"/>
            <ac:spMk id="18" creationId="{69DBBA3E-2118-B270-B684-B3B2274B8C56}"/>
          </ac:spMkLst>
        </pc:spChg>
        <pc:picChg chg="add del mod">
          <ac:chgData name="A N" userId="90ac674c4ae0a777" providerId="LiveId" clId="{8D88F530-C9D6-42F4-A597-94C747FDA184}" dt="2024-07-30T05:31:37.053" v="628" actId="478"/>
          <ac:picMkLst>
            <pc:docMk/>
            <pc:sldMk cId="2044495496" sldId="259"/>
            <ac:picMk id="5" creationId="{DB3E4143-5202-A6E1-6617-3A0C5CF49A31}"/>
          </ac:picMkLst>
        </pc:picChg>
        <pc:picChg chg="add mod">
          <ac:chgData name="A N" userId="90ac674c4ae0a777" providerId="LiveId" clId="{8D88F530-C9D6-42F4-A597-94C747FDA184}" dt="2024-07-30T08:36:34.087" v="1526" actId="1076"/>
          <ac:picMkLst>
            <pc:docMk/>
            <pc:sldMk cId="2044495496" sldId="259"/>
            <ac:picMk id="8" creationId="{46079D56-8971-8B0A-2790-5374F65588EB}"/>
          </ac:picMkLst>
        </pc:picChg>
        <pc:picChg chg="add mod">
          <ac:chgData name="A N" userId="90ac674c4ae0a777" providerId="LiveId" clId="{8D88F530-C9D6-42F4-A597-94C747FDA184}" dt="2024-07-30T08:36:34.087" v="1526" actId="1076"/>
          <ac:picMkLst>
            <pc:docMk/>
            <pc:sldMk cId="2044495496" sldId="259"/>
            <ac:picMk id="13" creationId="{86B9BD1E-19A5-86F0-66F7-C524947A6730}"/>
          </ac:picMkLst>
        </pc:picChg>
        <pc:picChg chg="add mod">
          <ac:chgData name="A N" userId="90ac674c4ae0a777" providerId="LiveId" clId="{8D88F530-C9D6-42F4-A597-94C747FDA184}" dt="2024-07-30T08:36:34.087" v="1526" actId="1076"/>
          <ac:picMkLst>
            <pc:docMk/>
            <pc:sldMk cId="2044495496" sldId="259"/>
            <ac:picMk id="15" creationId="{C2A7DE8E-7EC0-346C-6A78-12E12ECEA49C}"/>
          </ac:picMkLst>
        </pc:picChg>
      </pc:sldChg>
      <pc:sldChg chg="addSp delSp modSp add mod">
        <pc:chgData name="A N" userId="90ac674c4ae0a777" providerId="LiveId" clId="{8D88F530-C9D6-42F4-A597-94C747FDA184}" dt="2024-07-30T11:16:34.972" v="2178" actId="113"/>
        <pc:sldMkLst>
          <pc:docMk/>
          <pc:sldMk cId="1605847310" sldId="260"/>
        </pc:sldMkLst>
        <pc:spChg chg="mod">
          <ac:chgData name="A N" userId="90ac674c4ae0a777" providerId="LiveId" clId="{8D88F530-C9D6-42F4-A597-94C747FDA184}" dt="2024-07-30T04:49:40.691" v="307" actId="5793"/>
          <ac:spMkLst>
            <pc:docMk/>
            <pc:sldMk cId="1605847310" sldId="260"/>
            <ac:spMk id="2" creationId="{2D0AF2C1-F2A0-3303-F89D-3A3C8FD36184}"/>
          </ac:spMkLst>
        </pc:spChg>
        <pc:spChg chg="del">
          <ac:chgData name="A N" userId="90ac674c4ae0a777" providerId="LiveId" clId="{8D88F530-C9D6-42F4-A597-94C747FDA184}" dt="2024-07-30T05:21:49.653" v="596" actId="478"/>
          <ac:spMkLst>
            <pc:docMk/>
            <pc:sldMk cId="1605847310" sldId="260"/>
            <ac:spMk id="3" creationId="{0E537B9B-9746-6E9C-5DC2-0AA0BEBD4ADB}"/>
          </ac:spMkLst>
        </pc:spChg>
        <pc:spChg chg="add mod">
          <ac:chgData name="A N" userId="90ac674c4ae0a777" providerId="LiveId" clId="{8D88F530-C9D6-42F4-A597-94C747FDA184}" dt="2024-07-30T11:06:06.611" v="2167" actId="20577"/>
          <ac:spMkLst>
            <pc:docMk/>
            <pc:sldMk cId="1605847310" sldId="260"/>
            <ac:spMk id="3" creationId="{14754529-0AF4-BE18-3F91-D56D7360E656}"/>
          </ac:spMkLst>
        </pc:spChg>
        <pc:spChg chg="add mod">
          <ac:chgData name="A N" userId="90ac674c4ae0a777" providerId="LiveId" clId="{8D88F530-C9D6-42F4-A597-94C747FDA184}" dt="2024-07-30T10:48:17.130" v="1869" actId="113"/>
          <ac:spMkLst>
            <pc:docMk/>
            <pc:sldMk cId="1605847310" sldId="260"/>
            <ac:spMk id="5" creationId="{57E90DCF-6FA7-E39F-3B3F-838513982C91}"/>
          </ac:spMkLst>
        </pc:spChg>
        <pc:spChg chg="add mod">
          <ac:chgData name="A N" userId="90ac674c4ae0a777" providerId="LiveId" clId="{8D88F530-C9D6-42F4-A597-94C747FDA184}" dt="2024-07-30T10:49:14.241" v="1948" actId="1076"/>
          <ac:spMkLst>
            <pc:docMk/>
            <pc:sldMk cId="1605847310" sldId="260"/>
            <ac:spMk id="6" creationId="{8A9CD1A8-8DF1-CC30-BE26-426441D90B1A}"/>
          </ac:spMkLst>
        </pc:spChg>
        <pc:spChg chg="add mod">
          <ac:chgData name="A N" userId="90ac674c4ae0a777" providerId="LiveId" clId="{8D88F530-C9D6-42F4-A597-94C747FDA184}" dt="2024-07-30T11:06:10.315" v="2169" actId="20577"/>
          <ac:spMkLst>
            <pc:docMk/>
            <pc:sldMk cId="1605847310" sldId="260"/>
            <ac:spMk id="8" creationId="{40B694E4-3E69-604B-3CF6-D4BCF4198A68}"/>
          </ac:spMkLst>
        </pc:spChg>
        <pc:spChg chg="add mod">
          <ac:chgData name="A N" userId="90ac674c4ae0a777" providerId="LiveId" clId="{8D88F530-C9D6-42F4-A597-94C747FDA184}" dt="2024-07-30T11:16:34.972" v="2178" actId="113"/>
          <ac:spMkLst>
            <pc:docMk/>
            <pc:sldMk cId="1605847310" sldId="260"/>
            <ac:spMk id="10" creationId="{7738C15D-0F27-BED6-2620-465D9340097F}"/>
          </ac:spMkLst>
        </pc:spChg>
      </pc:sldChg>
      <pc:sldChg chg="addSp modSp add mod">
        <pc:chgData name="A N" userId="90ac674c4ae0a777" providerId="LiveId" clId="{8D88F530-C9D6-42F4-A597-94C747FDA184}" dt="2024-07-30T08:46:25.790" v="1847" actId="1076"/>
        <pc:sldMkLst>
          <pc:docMk/>
          <pc:sldMk cId="1132620072" sldId="261"/>
        </pc:sldMkLst>
        <pc:spChg chg="mod">
          <ac:chgData name="A N" userId="90ac674c4ae0a777" providerId="LiveId" clId="{8D88F530-C9D6-42F4-A597-94C747FDA184}" dt="2024-07-30T08:36:04.101" v="1524" actId="1076"/>
          <ac:spMkLst>
            <pc:docMk/>
            <pc:sldMk cId="1132620072" sldId="261"/>
            <ac:spMk id="2" creationId="{2D0AF2C1-F2A0-3303-F89D-3A3C8FD36184}"/>
          </ac:spMkLst>
        </pc:spChg>
        <pc:spChg chg="add mod">
          <ac:chgData name="A N" userId="90ac674c4ae0a777" providerId="LiveId" clId="{8D88F530-C9D6-42F4-A597-94C747FDA184}" dt="2024-07-30T08:40:13.692" v="1658" actId="179"/>
          <ac:spMkLst>
            <pc:docMk/>
            <pc:sldMk cId="1132620072" sldId="261"/>
            <ac:spMk id="3" creationId="{74361C08-328F-CD02-60DC-C02E9F4D2C33}"/>
          </ac:spMkLst>
        </pc:spChg>
        <pc:spChg chg="add mod">
          <ac:chgData name="A N" userId="90ac674c4ae0a777" providerId="LiveId" clId="{8D88F530-C9D6-42F4-A597-94C747FDA184}" dt="2024-07-30T08:41:35.946" v="1756" actId="313"/>
          <ac:spMkLst>
            <pc:docMk/>
            <pc:sldMk cId="1132620072" sldId="261"/>
            <ac:spMk id="4" creationId="{8077B867-11B6-83A5-641C-CBE478B09E71}"/>
          </ac:spMkLst>
        </pc:spChg>
        <pc:spChg chg="add mod">
          <ac:chgData name="A N" userId="90ac674c4ae0a777" providerId="LiveId" clId="{8D88F530-C9D6-42F4-A597-94C747FDA184}" dt="2024-07-30T08:46:06.298" v="1845" actId="14100"/>
          <ac:spMkLst>
            <pc:docMk/>
            <pc:sldMk cId="1132620072" sldId="261"/>
            <ac:spMk id="7" creationId="{42F73A6A-791C-256E-B22C-F743C12706A7}"/>
          </ac:spMkLst>
        </pc:spChg>
        <pc:picChg chg="add mod">
          <ac:chgData name="A N" userId="90ac674c4ae0a777" providerId="LiveId" clId="{8D88F530-C9D6-42F4-A597-94C747FDA184}" dt="2024-07-30T08:46:25.790" v="1847" actId="1076"/>
          <ac:picMkLst>
            <pc:docMk/>
            <pc:sldMk cId="1132620072" sldId="261"/>
            <ac:picMk id="6" creationId="{6D195A67-A79C-D428-7981-B6ED6FFA2F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EC3CD-D022-4F4B-879A-57E7568E22A8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93976-66F9-4549-B0E6-93BADE5850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234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93976-66F9-4549-B0E6-93BADE585021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059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EEB0E-281D-1E86-8D41-F8C77E824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D0DE39C-AD5B-6725-4AE1-4C72C8479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C623A0-D38D-B18C-FCC7-16DE7517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A5928A-96B2-7096-B58F-A13A779D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8DB0F2A-4081-D9D2-708D-11AFFDEA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173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EA180-9517-E6C7-3183-C1779307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5D132AE-915D-8AE6-51C7-981298054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6BFF18-C9A0-A130-3933-8ECC1C3E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CE55A53-2D6B-D424-6B4F-D53372E2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338778A-F588-7F0F-1A83-18E0B21B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798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E4530-27F4-0110-D482-7552F0AB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7CBB0B4-93FF-44AA-473B-64A4F7458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9E3391-CAE4-1DE5-91A9-B8B20A1B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71400FF-5F2D-6C4A-4B5C-C2898795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B30149-77CE-5744-CEBC-F032ED15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660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602A5-101E-DF6E-5753-70BEBF38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5C6F1F-0601-000D-E185-2D625237A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308E18D-E44A-9E00-D0BF-CFBFF8734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D2EB48A-3873-823F-6EF2-9B016E79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B1E3645-5925-AAE8-5149-5B9159FB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7090B6-071F-4FFA-BEB4-D47A7D4B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344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89D67-00AE-434F-B400-8C07C99C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5F5102B-BD21-EB41-22F3-52EB2A8C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391F3D2-70D5-76E4-F8CD-5635F1A47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250397D-1339-3011-C69C-045220C3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3426A10-ACAD-174B-A770-0F6076812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DDA4FCC-C3B8-A38A-5547-440EC5BD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AD837C0-1538-9438-8447-BD59E040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FC0AA49-2B43-AFE9-CA1E-F192A058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609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FD749-BDCD-755B-5FD5-996E1C32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10C09DA-CC68-6143-B80E-E658BC1B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9C16A54-B9E7-7399-833C-ED1DD6C3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2F74BAD-F302-3E8C-5522-A8747593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018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E8F05DB-D77A-B060-555E-CDFB7AD3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EBD1E52-923B-4048-86DA-16775DBD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0F84934-DC41-B44B-AEE4-E3E6FD83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873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1AD9B-6DAC-B612-7C46-C9AA46D8F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67349A-FCE6-9208-76D1-BF415984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7682829-3BF3-8D65-5951-CE7E3036F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D4A59F8-1754-185D-C7B3-8F2F49D4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49D448F-6B2F-A46C-447D-6A30C1D1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87114D0-7885-5B84-25EA-68957E26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352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DD367-639A-CC02-BBF2-93069947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C613DFE-6A67-6C5F-65CD-CD971BF9E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439CF14-CD60-397E-BE40-281C043A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99F77A0-2712-F24D-206E-6171949A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6846A2-C68A-14C3-F1C6-C2F1ED20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163EA20-ABD4-9A73-8AC4-227D38FC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75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FDB4A-3094-270A-FAFE-535740DF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3F987F6-E8F3-45AC-013F-B280EF2E9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EE9F930-358F-FD3B-9FCD-9DCBB5CB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EBDD456-A060-F500-E7A3-7ECFF004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A63BD84-6528-03F8-2DE2-2176EB1D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033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4E49F77-C207-06A6-227B-83F3C2CD0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7D095D4-C685-5CEF-23B8-D35DCF08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1028E86-F037-AD19-E930-4BE5C46E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848B029-0233-2B3B-0251-586B7E13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0A73C6-CDE4-9D17-5B07-A0293C19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213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446C760-DE44-FA31-14B4-5D917FC3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ED6497C-DF77-6B75-E63C-FF8B45711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B85BB0-7585-7D20-D7CE-734416484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BA294-B066-4731-8CBE-FFB55412FFBE}" type="datetimeFigureOut">
              <a:rPr lang="uk-UA" smtClean="0"/>
              <a:t>30.07.2024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168AFCE-32B8-0FE1-ED40-06049875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100D837-EA8F-A636-9348-FE4990A12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1936A-7C43-46DF-8517-BEFFB929C3D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129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367E6-AB73-980E-8FCA-442D1B336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122363"/>
            <a:ext cx="11110451" cy="2387600"/>
          </a:xfrm>
        </p:spPr>
        <p:txBody>
          <a:bodyPr>
            <a:normAutofit fontScale="90000"/>
          </a:bodyPr>
          <a:lstStyle/>
          <a:p>
            <a:r>
              <a:rPr lang="uk-UA" b="1" dirty="0">
                <a:solidFill>
                  <a:schemeClr val="accent3">
                    <a:lumMod val="75000"/>
                  </a:schemeClr>
                </a:solidFill>
              </a:rPr>
              <a:t>Звіт з дослідження процесу </a:t>
            </a:r>
            <a:r>
              <a:rPr lang="uk-UA" b="1" i="0" dirty="0" err="1">
                <a:solidFill>
                  <a:schemeClr val="accent3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ресертифікація</a:t>
            </a:r>
            <a:r>
              <a:rPr lang="uk-UA" b="1" i="0" dirty="0">
                <a:solidFill>
                  <a:schemeClr val="accent3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 юридичних осіб</a:t>
            </a:r>
            <a:endParaRPr lang="uk-UA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A71C261-F80F-B234-6D89-F20721257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1844" y="4109884"/>
            <a:ext cx="4237703" cy="1147916"/>
          </a:xfrm>
        </p:spPr>
        <p:txBody>
          <a:bodyPr/>
          <a:lstStyle/>
          <a:p>
            <a:pPr algn="l"/>
            <a:r>
              <a:rPr lang="uk-UA" dirty="0"/>
              <a:t>Автор: Нестеренко Ганна</a:t>
            </a:r>
          </a:p>
          <a:p>
            <a:pPr algn="l"/>
            <a:r>
              <a:rPr lang="uk-UA" dirty="0"/>
              <a:t>Дата формування: 30.07.2024</a:t>
            </a:r>
          </a:p>
        </p:txBody>
      </p:sp>
    </p:spTree>
    <p:extLst>
      <p:ext uri="{BB962C8B-B14F-4D97-AF65-F5344CB8AC3E}">
        <p14:creationId xmlns:p14="http://schemas.microsoft.com/office/powerpoint/2010/main" val="972963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B19D0-45A2-7F99-F2D5-D06551AF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>
                <a:solidFill>
                  <a:schemeClr val="accent3">
                    <a:lumMod val="75000"/>
                  </a:schemeClr>
                </a:solidFill>
              </a:rPr>
              <a:t>Зміст звіту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2897F6-21D9-6575-758D-D2214AEC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uk-UA" dirty="0"/>
              <a:t>Опис задачі і вихідних даних</a:t>
            </a:r>
          </a:p>
          <a:p>
            <a:pPr marL="514350" indent="-514350">
              <a:buAutoNum type="arabicPeriod"/>
            </a:pPr>
            <a:r>
              <a:rPr lang="uk-UA" dirty="0"/>
              <a:t>Аналіз аномалій в даних, визначення «вузьких» місць процесу</a:t>
            </a:r>
          </a:p>
          <a:p>
            <a:pPr marL="514350" indent="-514350">
              <a:buAutoNum type="arabicPeriod"/>
            </a:pPr>
            <a:r>
              <a:rPr lang="uk-UA" dirty="0"/>
              <a:t>Пропозиції щодо усунення «вузьких» місць процесу</a:t>
            </a:r>
          </a:p>
        </p:txBody>
      </p:sp>
    </p:spTree>
    <p:extLst>
      <p:ext uri="{BB962C8B-B14F-4D97-AF65-F5344CB8AC3E}">
        <p14:creationId xmlns:p14="http://schemas.microsoft.com/office/powerpoint/2010/main" val="196469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AF2C1-F2A0-3303-F89D-3A3C8FD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/>
          </a:bodyPr>
          <a:lstStyle/>
          <a:p>
            <a:pPr algn="ctr"/>
            <a:r>
              <a:rPr lang="uk-UA" sz="2800" b="1" dirty="0">
                <a:solidFill>
                  <a:schemeClr val="accent3">
                    <a:lumMod val="75000"/>
                  </a:schemeClr>
                </a:solidFill>
              </a:rPr>
              <a:t>Опис задачі і вихідних даних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537B9B-9746-6E9C-5DC2-0AA0BEBD4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4" y="943898"/>
            <a:ext cx="11415251" cy="4013834"/>
          </a:xfrm>
        </p:spPr>
        <p:txBody>
          <a:bodyPr>
            <a:normAutofit lnSpcReduction="10000"/>
          </a:bodyPr>
          <a:lstStyle/>
          <a:p>
            <a:pPr algn="l"/>
            <a:r>
              <a:rPr lang="uk-UA" sz="1400" b="1" i="0" dirty="0">
                <a:effectLst/>
                <a:highlight>
                  <a:srgbClr val="FFFFFF"/>
                </a:highlight>
                <a:latin typeface="system-ui"/>
              </a:rPr>
              <a:t>Мета: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 Створити візуальну схему процесу </a:t>
            </a:r>
            <a:r>
              <a:rPr lang="uk-UA" sz="1400" b="0" i="0" dirty="0" err="1">
                <a:effectLst/>
                <a:highlight>
                  <a:srgbClr val="FFFFFF"/>
                </a:highlight>
                <a:latin typeface="system-ui"/>
              </a:rPr>
              <a:t>ресертифікації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 юридичних осіб, ідентифікувати проблемні ділянки та представити результати у вигляді презентації.</a:t>
            </a:r>
          </a:p>
          <a:p>
            <a:r>
              <a:rPr lang="uk-UA" sz="1400" b="1" i="0" dirty="0">
                <a:effectLst/>
                <a:highlight>
                  <a:srgbClr val="FFFFFF"/>
                </a:highlight>
                <a:latin typeface="system-ui"/>
              </a:rPr>
              <a:t>Основні інструменти: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 </a:t>
            </a:r>
            <a:r>
              <a:rPr lang="en-US" sz="1400" b="0" i="0" dirty="0" err="1">
                <a:effectLst/>
                <a:highlight>
                  <a:srgbClr val="FFFFFF"/>
                </a:highlight>
                <a:latin typeface="system-ui"/>
              </a:rPr>
              <a:t>Jupyter</a:t>
            </a:r>
            <a:r>
              <a:rPr lang="en-US" sz="1400" b="0" i="0" dirty="0">
                <a:effectLst/>
                <a:highlight>
                  <a:srgbClr val="FFFFFF"/>
                </a:highlight>
                <a:latin typeface="system-ui"/>
              </a:rPr>
              <a:t> Notebook, 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бібліотека </a:t>
            </a:r>
            <a:r>
              <a:rPr lang="en-US" sz="1400" b="0" i="0" dirty="0">
                <a:effectLst/>
                <a:highlight>
                  <a:srgbClr val="FFFFFF"/>
                </a:highlight>
                <a:latin typeface="system-ui"/>
              </a:rPr>
              <a:t>pm4py, 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мережа </a:t>
            </a:r>
            <a:r>
              <a:rPr lang="uk-UA" sz="1400" dirty="0">
                <a:highlight>
                  <a:srgbClr val="FFFFFF"/>
                </a:highlight>
                <a:latin typeface="system-ui"/>
              </a:rPr>
              <a:t>Петрі (</a:t>
            </a:r>
            <a:r>
              <a:rPr lang="en-US" sz="1400" dirty="0">
                <a:highlight>
                  <a:srgbClr val="FFFFFF"/>
                </a:highlight>
                <a:latin typeface="system-ui"/>
              </a:rPr>
              <a:t>Petri Net</a:t>
            </a:r>
            <a:r>
              <a:rPr lang="uk-UA" sz="1400" dirty="0">
                <a:highlight>
                  <a:srgbClr val="FFFFFF"/>
                </a:highlight>
                <a:latin typeface="system-ui"/>
              </a:rPr>
              <a:t>)</a:t>
            </a:r>
          </a:p>
          <a:p>
            <a:r>
              <a:rPr lang="uk-UA" sz="1400" b="1" i="0" dirty="0">
                <a:effectLst/>
                <a:highlight>
                  <a:srgbClr val="FFFFFF"/>
                </a:highlight>
                <a:latin typeface="system-ui"/>
              </a:rPr>
              <a:t>Дані: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 </a:t>
            </a:r>
            <a:r>
              <a:rPr lang="en-US" sz="1400" b="0" i="0" dirty="0">
                <a:effectLst/>
                <a:highlight>
                  <a:srgbClr val="FFFFFF"/>
                </a:highlight>
                <a:latin typeface="system-ui"/>
              </a:rPr>
              <a:t>Excel-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файл із детальною інформацією про </a:t>
            </a:r>
            <a:r>
              <a:rPr lang="uk-UA" sz="1400" dirty="0" err="1">
                <a:highlight>
                  <a:srgbClr val="FFFFFF"/>
                </a:highlight>
                <a:latin typeface="system-ui"/>
              </a:rPr>
              <a:t>логи</a:t>
            </a:r>
            <a:r>
              <a:rPr lang="uk-UA" sz="1400" dirty="0">
                <a:highlight>
                  <a:srgbClr val="FFFFFF"/>
                </a:highlight>
                <a:latin typeface="system-ui"/>
              </a:rPr>
              <a:t> </a:t>
            </a:r>
            <a:r>
              <a:rPr lang="uk-UA" sz="1400" b="0" i="0" dirty="0">
                <a:effectLst/>
                <a:highlight>
                  <a:srgbClr val="FFFFFF"/>
                </a:highlight>
                <a:latin typeface="system-ui"/>
              </a:rPr>
              <a:t>процесу.</a:t>
            </a:r>
          </a:p>
          <a:p>
            <a:endParaRPr lang="uk-UA" sz="1400" dirty="0">
              <a:highlight>
                <a:srgbClr val="FFFFFF"/>
              </a:highlight>
              <a:latin typeface="system-u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Опис даних: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CASE_ID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ID запиту на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ресертифікацію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, для аналізу маємо 3866 запитів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STEP_NAME_EN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Маємо 50 унікальних кроків процесу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STEP_TYPE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учасники процесу, відповідальні за кожен крок. Маємо два значення: USERS (користувачі) і SRVCE (система)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STEP_START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дата і час початку кроку. Використаємо ці дані для розрахунку часу знаходження заявки на кожному кроці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PROCESS_STATUS_IND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результат з яким був завершений запит. Маємо три варіанти: Завершений успішно, Відмова і Анульовано</a:t>
            </a:r>
            <a:endParaRPr kumimoji="0" lang="uk-UA" altLang="uk-U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STAGE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  <a:t> - статус кроку. Маємо три варіанти: CREATION (створення), WAITING (очікування) і EXECUTION (вирішення)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sz="1400" dirty="0">
              <a:highlight>
                <a:srgbClr val="FFFFFF"/>
              </a:highlight>
              <a:latin typeface="system-ui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altLang="uk-UA" sz="1400" b="1" dirty="0">
                <a:latin typeface="var(--jp-code-font-family)"/>
              </a:rPr>
              <a:t>Д</a:t>
            </a: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ата початку дослідження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2020-04-17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altLang="uk-UA" sz="1400" b="1" dirty="0">
                <a:latin typeface="var(--jp-code-font-family)"/>
              </a:rPr>
              <a:t>Д</a:t>
            </a: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ата завершення дослідження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: 2020-09-28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uk-UA" altLang="uk-UA" sz="1400" dirty="0">
              <a:latin typeface="var(--jp-code-font-famil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uk-UA" altLang="uk-UA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jp-code-font-famil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altLang="uk-UA" sz="1400" b="1" dirty="0">
                <a:latin typeface="var(--jp-code-font-family)"/>
              </a:rPr>
              <a:t>Загалом маємо 97, 4% успішно завершених запитів і 2,6% неуспішних</a:t>
            </a:r>
            <a:endParaRPr kumimoji="0" lang="uk-UA" altLang="uk-UA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b="0" i="0" dirty="0">
              <a:effectLst/>
              <a:highlight>
                <a:srgbClr val="FFFFFF"/>
              </a:highlight>
              <a:latin typeface="system-u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890D7D2-3D54-72A9-58D8-EC7DCB58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4" y="4987516"/>
            <a:ext cx="11675691" cy="163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3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AF2C1-F2A0-3303-F89D-3A3C8FD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6758"/>
          </a:xfrm>
        </p:spPr>
        <p:txBody>
          <a:bodyPr>
            <a:normAutofit/>
          </a:bodyPr>
          <a:lstStyle/>
          <a:p>
            <a:pPr algn="ctr"/>
            <a:r>
              <a:rPr lang="uk-UA" sz="2800" b="1" dirty="0">
                <a:solidFill>
                  <a:schemeClr val="accent3">
                    <a:lumMod val="75000"/>
                  </a:schemeClr>
                </a:solidFill>
              </a:rPr>
              <a:t>Аналіз аномалій в даних, визначення «вузьких» місць процесу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E6283-AA54-943F-B7AE-C1C507D26667}"/>
              </a:ext>
            </a:extLst>
          </p:cNvPr>
          <p:cNvSpPr txBox="1"/>
          <p:nvPr/>
        </p:nvSpPr>
        <p:spPr>
          <a:xfrm>
            <a:off x="182626" y="696758"/>
            <a:ext cx="97582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/>
            <a:r>
              <a:rPr lang="uk-UA" sz="1600" dirty="0"/>
              <a:t>1. </a:t>
            </a:r>
            <a:r>
              <a:rPr lang="uk-UA" sz="1200" dirty="0"/>
              <a:t>Проаналізувавши розподілення тривалості виконання кроків, можемо зробити висновок, що дані мають асиметричне розподілення і велику кіл-</a:t>
            </a:r>
            <a:r>
              <a:rPr lang="uk-UA" sz="1200" dirty="0" err="1"/>
              <a:t>ть</a:t>
            </a:r>
            <a:r>
              <a:rPr lang="uk-UA" sz="1200" dirty="0"/>
              <a:t> викидів: це бачимо порівнявши середню тривалість виконання кроку (</a:t>
            </a:r>
            <a:r>
              <a:rPr lang="en-US" sz="1200" dirty="0"/>
              <a:t>mean, </a:t>
            </a:r>
            <a:r>
              <a:rPr lang="uk-UA" sz="1200" dirty="0"/>
              <a:t>у годинах) 4, 65 і 75%-</a:t>
            </a:r>
            <a:r>
              <a:rPr lang="uk-UA" sz="1200" dirty="0" err="1"/>
              <a:t>персентиль</a:t>
            </a:r>
            <a:r>
              <a:rPr lang="uk-UA" sz="1200" dirty="0"/>
              <a:t> (у годинах) 0,02.</a:t>
            </a:r>
          </a:p>
          <a:p>
            <a:pPr indent="355600" algn="just"/>
            <a:r>
              <a:rPr lang="uk-UA" sz="1200" dirty="0"/>
              <a:t>При цьому максимальний час виконання кроку – 3 912,5 годин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079D56-8971-8B0A-2790-5374F6558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96759"/>
            <a:ext cx="1412875" cy="11264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AA7BF1-28DA-1F96-6D65-16B95441F22D}"/>
              </a:ext>
            </a:extLst>
          </p:cNvPr>
          <p:cNvSpPr txBox="1"/>
          <p:nvPr/>
        </p:nvSpPr>
        <p:spPr>
          <a:xfrm>
            <a:off x="182624" y="2055009"/>
            <a:ext cx="8088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/>
            <a:r>
              <a:rPr lang="uk-UA" sz="1200" dirty="0"/>
              <a:t>2. Проаналізувавши частоту повторення одного й того самого кроку в рамках запиту можемо побачити, що найчастіше повторюються кроки </a:t>
            </a:r>
            <a:r>
              <a:rPr lang="uk-UA" sz="1200" dirty="0" err="1"/>
              <a:t>пов</a:t>
            </a:r>
            <a:r>
              <a:rPr lang="en-US" sz="1200" dirty="0"/>
              <a:t>’</a:t>
            </a:r>
            <a:r>
              <a:rPr lang="uk-UA" sz="1200" dirty="0" err="1"/>
              <a:t>язані</a:t>
            </a:r>
            <a:r>
              <a:rPr lang="uk-UA" sz="1200" dirty="0"/>
              <a:t> з корегуванням і перевіркою документів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6B9BD1E-19A5-86F0-66F7-C524947A6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725" y="1974414"/>
            <a:ext cx="2722869" cy="154934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2A7DE8E-7EC0-346C-6A78-12E12ECEA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879" y="3678026"/>
            <a:ext cx="3761381" cy="15330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BD3D2F-BBC2-88C6-F8FE-9FD0C3A4E1EC}"/>
              </a:ext>
            </a:extLst>
          </p:cNvPr>
          <p:cNvSpPr txBox="1"/>
          <p:nvPr/>
        </p:nvSpPr>
        <p:spPr>
          <a:xfrm>
            <a:off x="83820" y="3678026"/>
            <a:ext cx="8088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/>
            <a:r>
              <a:rPr lang="uk-UA" sz="1200" dirty="0"/>
              <a:t>3. Проаналізувавши кроки на яких </a:t>
            </a:r>
            <a:r>
              <a:rPr lang="uk-UA" sz="1200" dirty="0" err="1"/>
              <a:t>неуспішно</a:t>
            </a:r>
            <a:r>
              <a:rPr lang="uk-UA" sz="1200" dirty="0"/>
              <a:t> завершуються запити, можемо побачити що тут так само фігурують кроки </a:t>
            </a:r>
            <a:r>
              <a:rPr lang="uk-UA" sz="1200" dirty="0" err="1"/>
              <a:t>пов</a:t>
            </a:r>
            <a:r>
              <a:rPr lang="en-US" sz="1200" dirty="0"/>
              <a:t>’</a:t>
            </a:r>
            <a:r>
              <a:rPr lang="uk-UA" sz="1200" dirty="0" err="1"/>
              <a:t>язані</a:t>
            </a:r>
            <a:r>
              <a:rPr lang="uk-UA" sz="1200" dirty="0"/>
              <a:t> з перевіркою і корегуванням документів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DBBA3E-2118-B270-B684-B3B2274B8C56}"/>
              </a:ext>
            </a:extLst>
          </p:cNvPr>
          <p:cNvSpPr txBox="1"/>
          <p:nvPr/>
        </p:nvSpPr>
        <p:spPr>
          <a:xfrm>
            <a:off x="194182" y="5220228"/>
            <a:ext cx="11803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b="1" dirty="0"/>
              <a:t>На основі проведених вище досліджень, робимо висновок, що найбільш "вузькими" кроками процесу </a:t>
            </a:r>
            <a:r>
              <a:rPr lang="uk-UA" sz="1600" b="1" dirty="0" err="1"/>
              <a:t>ресертифікація</a:t>
            </a:r>
            <a:r>
              <a:rPr lang="uk-UA" sz="1600" b="1" dirty="0"/>
              <a:t> юридичних осіб є:</a:t>
            </a:r>
          </a:p>
          <a:p>
            <a:pPr marL="285750" indent="-285750">
              <a:buFontTx/>
              <a:buChar char="-"/>
            </a:pPr>
            <a:r>
              <a:rPr lang="uk-UA" sz="1600" b="1" dirty="0"/>
              <a:t>'</a:t>
            </a:r>
            <a:r>
              <a:rPr lang="uk-UA" sz="1600" b="1" dirty="0" err="1"/>
              <a:t>Correction</a:t>
            </a:r>
            <a:r>
              <a:rPr lang="uk-UA" sz="1600" b="1" dirty="0"/>
              <a:t> </a:t>
            </a:r>
            <a:r>
              <a:rPr lang="uk-UA" sz="1600" b="1" dirty="0" err="1"/>
              <a:t>of</a:t>
            </a:r>
            <a:r>
              <a:rPr lang="uk-UA" sz="1600" b="1" dirty="0"/>
              <a:t> </a:t>
            </a:r>
            <a:r>
              <a:rPr lang="uk-UA" sz="1600" b="1" dirty="0" err="1"/>
              <a:t>information</a:t>
            </a:r>
            <a:r>
              <a:rPr lang="uk-UA" sz="1600" b="1" dirty="0"/>
              <a:t> / </a:t>
            </a:r>
            <a:r>
              <a:rPr lang="uk-UA" sz="1600" b="1" dirty="0" err="1"/>
              <a:t>documents</a:t>
            </a:r>
            <a:r>
              <a:rPr lang="uk-UA" sz="1600" b="1" dirty="0"/>
              <a:t>’ </a:t>
            </a:r>
          </a:p>
          <a:p>
            <a:pPr marL="285750" indent="-285750">
              <a:buFontTx/>
              <a:buChar char="-"/>
            </a:pPr>
            <a:r>
              <a:rPr lang="uk-UA" sz="1600" b="1" dirty="0"/>
              <a:t>'</a:t>
            </a:r>
            <a:r>
              <a:rPr lang="uk-UA" sz="1600" b="1" dirty="0" err="1"/>
              <a:t>Create</a:t>
            </a:r>
            <a:r>
              <a:rPr lang="uk-UA" sz="1600" b="1" dirty="0"/>
              <a:t> </a:t>
            </a:r>
            <a:r>
              <a:rPr lang="uk-UA" sz="1600" b="1" dirty="0" err="1"/>
              <a:t>an</a:t>
            </a:r>
            <a:r>
              <a:rPr lang="uk-UA" sz="1600" b="1" dirty="0"/>
              <a:t> </a:t>
            </a:r>
            <a:r>
              <a:rPr lang="uk-UA" sz="1600" b="1" dirty="0" err="1"/>
              <a:t>application</a:t>
            </a:r>
            <a:r>
              <a:rPr lang="uk-UA" sz="1600" b="1" dirty="0"/>
              <a:t> </a:t>
            </a:r>
            <a:r>
              <a:rPr lang="uk-UA" sz="1600" b="1" dirty="0" err="1"/>
              <a:t>for</a:t>
            </a:r>
            <a:r>
              <a:rPr lang="uk-UA" sz="1600" b="1" dirty="0"/>
              <a:t> </a:t>
            </a:r>
            <a:r>
              <a:rPr lang="uk-UA" sz="1600" b="1" dirty="0" err="1"/>
              <a:t>re</a:t>
            </a:r>
            <a:r>
              <a:rPr lang="uk-UA" sz="1600" b="1" dirty="0"/>
              <a:t>’ </a:t>
            </a:r>
          </a:p>
          <a:p>
            <a:pPr marL="285750" indent="-285750">
              <a:buFontTx/>
              <a:buChar char="-"/>
            </a:pPr>
            <a:r>
              <a:rPr lang="uk-UA" sz="1600" b="1" dirty="0"/>
              <a:t> '</a:t>
            </a:r>
            <a:r>
              <a:rPr lang="uk-UA" sz="1600" b="1" dirty="0" err="1"/>
              <a:t>Check</a:t>
            </a:r>
            <a:r>
              <a:rPr lang="uk-UA" sz="1600" b="1" dirty="0"/>
              <a:t> </a:t>
            </a:r>
            <a:r>
              <a:rPr lang="uk-UA" sz="1600" b="1" dirty="0" err="1"/>
              <a:t>documents</a:t>
            </a:r>
            <a:r>
              <a:rPr lang="uk-UA" sz="1600" b="1" dirty="0"/>
              <a:t> / BP’ </a:t>
            </a:r>
          </a:p>
          <a:p>
            <a:r>
              <a:rPr lang="uk-UA" sz="1600" b="1" dirty="0"/>
              <a:t>Їх ми далі будемо досліджувати детально для формування рекомендацій щодо покращення</a:t>
            </a:r>
          </a:p>
        </p:txBody>
      </p:sp>
    </p:spTree>
    <p:extLst>
      <p:ext uri="{BB962C8B-B14F-4D97-AF65-F5344CB8AC3E}">
        <p14:creationId xmlns:p14="http://schemas.microsoft.com/office/powerpoint/2010/main" val="20444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AF2C1-F2A0-3303-F89D-3A3C8FD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6758"/>
          </a:xfrm>
        </p:spPr>
        <p:txBody>
          <a:bodyPr>
            <a:normAutofit/>
          </a:bodyPr>
          <a:lstStyle/>
          <a:p>
            <a:pPr algn="ctr"/>
            <a:r>
              <a:rPr lang="uk-UA" sz="2800" b="1" dirty="0">
                <a:solidFill>
                  <a:schemeClr val="accent3">
                    <a:lumMod val="75000"/>
                  </a:schemeClr>
                </a:solidFill>
              </a:rPr>
              <a:t>Візуалізація схеми процесу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61C08-328F-CD02-60DC-C02E9F4D2C33}"/>
              </a:ext>
            </a:extLst>
          </p:cNvPr>
          <p:cNvSpPr txBox="1"/>
          <p:nvPr/>
        </p:nvSpPr>
        <p:spPr>
          <a:xfrm>
            <a:off x="253298" y="696758"/>
            <a:ext cx="11562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/>
            <a:r>
              <a:rPr lang="uk-UA" dirty="0"/>
              <a:t>В результаті дослідження були сформовані чотири схеми процесу, що відображають продуктивність і частоту використання кроків: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7B867-11B6-83A5-641C-CBE478B09E71}"/>
              </a:ext>
            </a:extLst>
          </p:cNvPr>
          <p:cNvSpPr txBox="1"/>
          <p:nvPr/>
        </p:nvSpPr>
        <p:spPr>
          <a:xfrm>
            <a:off x="253298" y="1343089"/>
            <a:ext cx="11562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/>
            <a:r>
              <a:rPr lang="uk-UA" dirty="0"/>
              <a:t>1. Загальна схема процесу з акцентом на продуктивність у тривалості кроків (файл у вкладенні </a:t>
            </a:r>
            <a:r>
              <a:rPr lang="en-US" dirty="0"/>
              <a:t>'petri_net_PERFORMANCE.png’</a:t>
            </a:r>
            <a:r>
              <a:rPr lang="uk-UA" dirty="0"/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195A67-A79C-D428-7981-B6ED6FFA2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3883"/>
            <a:ext cx="12192000" cy="2410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F73A6A-791C-256E-B22C-F743C12706A7}"/>
              </a:ext>
            </a:extLst>
          </p:cNvPr>
          <p:cNvSpPr txBox="1"/>
          <p:nvPr/>
        </p:nvSpPr>
        <p:spPr>
          <a:xfrm>
            <a:off x="253298" y="4826675"/>
            <a:ext cx="118371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/>
            <a:r>
              <a:rPr lang="uk-UA" dirty="0"/>
              <a:t>2. Загальна схема процесу з акцентом на частоту повторювання кроків (файл у вкладенні </a:t>
            </a:r>
            <a:r>
              <a:rPr lang="en-US" dirty="0"/>
              <a:t>'petri_net_FREQUENCY.png’</a:t>
            </a:r>
            <a:r>
              <a:rPr lang="uk-UA" dirty="0"/>
              <a:t>)</a:t>
            </a:r>
          </a:p>
          <a:p>
            <a:pPr indent="355600"/>
            <a:r>
              <a:rPr lang="uk-UA" dirty="0"/>
              <a:t>3. Схема процесу, що завершився зі статусом 'Відмова’ з акцентом на </a:t>
            </a:r>
            <a:r>
              <a:rPr lang="uk-UA" dirty="0" err="1"/>
              <a:t>на</a:t>
            </a:r>
            <a:r>
              <a:rPr lang="uk-UA" dirty="0"/>
              <a:t> продуктивність у тривалості кроків (файл у вкладенні </a:t>
            </a:r>
            <a:r>
              <a:rPr lang="en-US" dirty="0"/>
              <a:t>'petri_net_denial.png'</a:t>
            </a:r>
            <a:r>
              <a:rPr lang="uk-UA" dirty="0"/>
              <a:t>)</a:t>
            </a:r>
          </a:p>
          <a:p>
            <a:pPr indent="355600"/>
            <a:r>
              <a:rPr lang="uk-UA" dirty="0"/>
              <a:t>4. Схема процесу, що завершився зі статусом Анульовано’ з акцентом на </a:t>
            </a:r>
            <a:r>
              <a:rPr lang="uk-UA" dirty="0" err="1"/>
              <a:t>на</a:t>
            </a:r>
            <a:r>
              <a:rPr lang="uk-UA" dirty="0"/>
              <a:t> продуктивність у тривалості кроків (файл у вкладенні </a:t>
            </a:r>
            <a:r>
              <a:rPr lang="en-US" dirty="0"/>
              <a:t>'petri_net_Cancelled.png'</a:t>
            </a:r>
            <a:r>
              <a:rPr lang="uk-UA" dirty="0"/>
              <a:t>)</a:t>
            </a:r>
          </a:p>
          <a:p>
            <a:pPr indent="35560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3262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AF2C1-F2A0-3303-F89D-3A3C8FD3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6758"/>
          </a:xfrm>
        </p:spPr>
        <p:txBody>
          <a:bodyPr>
            <a:normAutofit/>
          </a:bodyPr>
          <a:lstStyle/>
          <a:p>
            <a:pPr algn="ctr"/>
            <a:r>
              <a:rPr lang="uk-UA" sz="2800" b="1" dirty="0">
                <a:solidFill>
                  <a:schemeClr val="accent3">
                    <a:lumMod val="75000"/>
                  </a:schemeClr>
                </a:solidFill>
              </a:rPr>
              <a:t>Пропозиції щодо усунення «вузьких» місць процесу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54529-0AF4-BE18-3F91-D56D7360E656}"/>
              </a:ext>
            </a:extLst>
          </p:cNvPr>
          <p:cNvSpPr txBox="1"/>
          <p:nvPr/>
        </p:nvSpPr>
        <p:spPr>
          <a:xfrm>
            <a:off x="345440" y="3059667"/>
            <a:ext cx="11399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/>
              <a:t>1. `</a:t>
            </a:r>
            <a:r>
              <a:rPr lang="en-US" sz="1400" b="1" dirty="0"/>
              <a:t>Correction of information / documents </a:t>
            </a:r>
            <a:r>
              <a:rPr lang="uk-UA" sz="1400" b="1" dirty="0"/>
              <a:t>по статусу` </a:t>
            </a:r>
            <a:r>
              <a:rPr lang="uk-UA" sz="1400" dirty="0"/>
              <a:t>є рекомендація проаналізувати дані, які має користувач для корегування інформації чи документів (опис, повнота, доступність), а також проаналізувати інструменти за допомогою яких користувачі виконують цей крок (створення шаблонів і перевірки коректності заповнення полів). Детальна інформація щодо цієї рекомендації надана у п.3 </a:t>
            </a:r>
            <a:r>
              <a:rPr lang="en-US" sz="1400" dirty="0"/>
              <a:t>Jupiter notebook</a:t>
            </a:r>
            <a:r>
              <a:rPr lang="uk-UA" sz="1400" dirty="0"/>
              <a:t>, що доданий до презентації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90DCF-6FA7-E39F-3B3F-838513982C91}"/>
              </a:ext>
            </a:extLst>
          </p:cNvPr>
          <p:cNvSpPr txBox="1"/>
          <p:nvPr/>
        </p:nvSpPr>
        <p:spPr>
          <a:xfrm>
            <a:off x="345440" y="1061884"/>
            <a:ext cx="11399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3525"/>
            <a:r>
              <a:rPr lang="uk-UA" sz="1400" dirty="0"/>
              <a:t>При аналізі на попередніх кроках ми визначили кроки, які необхідно оптимізувати в першу чергу. Це кроки, які тривають довше всього, містять великі вики в даних, часто повторюються в рамках одного процесу і є фінальними в запитах, що завершилися </a:t>
            </a:r>
            <a:r>
              <a:rPr lang="uk-UA" sz="1400" dirty="0" err="1"/>
              <a:t>неуспішно</a:t>
            </a:r>
            <a:r>
              <a:rPr lang="uk-UA" sz="1400" dirty="0"/>
              <a:t>:</a:t>
            </a:r>
          </a:p>
          <a:p>
            <a:pPr indent="263525">
              <a:buFontTx/>
              <a:buChar char="-"/>
            </a:pPr>
            <a:r>
              <a:rPr lang="uk-UA" sz="1400" b="1" dirty="0"/>
              <a:t>'</a:t>
            </a:r>
            <a:r>
              <a:rPr lang="uk-UA" sz="1400" b="1" dirty="0" err="1"/>
              <a:t>Correction</a:t>
            </a:r>
            <a:r>
              <a:rPr lang="uk-UA" sz="1400" b="1" dirty="0"/>
              <a:t> </a:t>
            </a:r>
            <a:r>
              <a:rPr lang="uk-UA" sz="1400" b="1" dirty="0" err="1"/>
              <a:t>of</a:t>
            </a:r>
            <a:r>
              <a:rPr lang="uk-UA" sz="1400" b="1" dirty="0"/>
              <a:t> </a:t>
            </a:r>
            <a:r>
              <a:rPr lang="uk-UA" sz="1400" b="1" dirty="0" err="1"/>
              <a:t>information</a:t>
            </a:r>
            <a:r>
              <a:rPr lang="uk-UA" sz="1400" b="1" dirty="0"/>
              <a:t> / </a:t>
            </a:r>
            <a:r>
              <a:rPr lang="uk-UA" sz="1400" b="1" dirty="0" err="1"/>
              <a:t>documents</a:t>
            </a:r>
            <a:r>
              <a:rPr lang="uk-UA" sz="1400" b="1" dirty="0"/>
              <a:t>’</a:t>
            </a:r>
          </a:p>
          <a:p>
            <a:pPr indent="263525">
              <a:buFontTx/>
              <a:buChar char="-"/>
            </a:pPr>
            <a:r>
              <a:rPr lang="uk-UA" sz="1400" b="1" dirty="0"/>
              <a:t> '</a:t>
            </a:r>
            <a:r>
              <a:rPr lang="uk-UA" sz="1400" b="1" dirty="0" err="1"/>
              <a:t>Create</a:t>
            </a:r>
            <a:r>
              <a:rPr lang="uk-UA" sz="1400" b="1" dirty="0"/>
              <a:t> </a:t>
            </a:r>
            <a:r>
              <a:rPr lang="uk-UA" sz="1400" b="1" dirty="0" err="1"/>
              <a:t>an</a:t>
            </a:r>
            <a:r>
              <a:rPr lang="uk-UA" sz="1400" b="1" dirty="0"/>
              <a:t> </a:t>
            </a:r>
            <a:r>
              <a:rPr lang="uk-UA" sz="1400" b="1" dirty="0" err="1"/>
              <a:t>application</a:t>
            </a:r>
            <a:r>
              <a:rPr lang="uk-UA" sz="1400" b="1" dirty="0"/>
              <a:t> </a:t>
            </a:r>
            <a:r>
              <a:rPr lang="uk-UA" sz="1400" b="1" dirty="0" err="1"/>
              <a:t>for</a:t>
            </a:r>
            <a:r>
              <a:rPr lang="uk-UA" sz="1400" b="1" dirty="0"/>
              <a:t> </a:t>
            </a:r>
            <a:r>
              <a:rPr lang="uk-UA" sz="1400" b="1" dirty="0" err="1"/>
              <a:t>re</a:t>
            </a:r>
            <a:r>
              <a:rPr lang="uk-UA" sz="1400" b="1" dirty="0"/>
              <a:t>’</a:t>
            </a:r>
          </a:p>
          <a:p>
            <a:pPr indent="263525">
              <a:buFontTx/>
              <a:buChar char="-"/>
            </a:pPr>
            <a:r>
              <a:rPr lang="uk-UA" sz="1400" b="1" dirty="0"/>
              <a:t> '</a:t>
            </a:r>
            <a:r>
              <a:rPr lang="uk-UA" sz="1400" b="1" dirty="0" err="1"/>
              <a:t>Check</a:t>
            </a:r>
            <a:r>
              <a:rPr lang="uk-UA" sz="1400" b="1" dirty="0"/>
              <a:t> </a:t>
            </a:r>
            <a:r>
              <a:rPr lang="uk-UA" sz="1400" b="1" dirty="0" err="1"/>
              <a:t>documents</a:t>
            </a:r>
            <a:r>
              <a:rPr lang="uk-UA" sz="1400" b="1" dirty="0"/>
              <a:t> / BP'</a:t>
            </a:r>
            <a:endParaRPr lang="uk-U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CD1A8-8DF1-CC30-BE26-426441D90B1A}"/>
              </a:ext>
            </a:extLst>
          </p:cNvPr>
          <p:cNvSpPr txBox="1"/>
          <p:nvPr/>
        </p:nvSpPr>
        <p:spPr>
          <a:xfrm>
            <a:off x="3298294" y="2460885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dirty="0"/>
              <a:t>Рекомендації щодо покращення кожного кроку</a:t>
            </a:r>
            <a:r>
              <a:rPr lang="uk-UA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694E4-3E69-604B-3CF6-D4BCF4198A68}"/>
              </a:ext>
            </a:extLst>
          </p:cNvPr>
          <p:cNvSpPr txBox="1"/>
          <p:nvPr/>
        </p:nvSpPr>
        <p:spPr>
          <a:xfrm>
            <a:off x="345440" y="4195675"/>
            <a:ext cx="11399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1" dirty="0"/>
              <a:t>2. `</a:t>
            </a:r>
            <a:r>
              <a:rPr lang="uk-UA" sz="1400" b="1" dirty="0" err="1"/>
              <a:t>Create</a:t>
            </a:r>
            <a:r>
              <a:rPr lang="uk-UA" sz="1400" b="1" dirty="0"/>
              <a:t> </a:t>
            </a:r>
            <a:r>
              <a:rPr lang="uk-UA" sz="1400" b="1" dirty="0" err="1"/>
              <a:t>an</a:t>
            </a:r>
            <a:r>
              <a:rPr lang="uk-UA" sz="1400" b="1" dirty="0"/>
              <a:t> </a:t>
            </a:r>
            <a:r>
              <a:rPr lang="uk-UA" sz="1400" b="1" dirty="0" err="1"/>
              <a:t>application</a:t>
            </a:r>
            <a:r>
              <a:rPr lang="uk-UA" sz="1400" b="1" dirty="0"/>
              <a:t> </a:t>
            </a:r>
            <a:r>
              <a:rPr lang="uk-UA" sz="1400" b="1" dirty="0" err="1"/>
              <a:t>for</a:t>
            </a:r>
            <a:r>
              <a:rPr lang="uk-UA" sz="1400" b="1" dirty="0"/>
              <a:t> </a:t>
            </a:r>
            <a:r>
              <a:rPr lang="uk-UA" sz="1400" b="1" dirty="0" err="1"/>
              <a:t>re</a:t>
            </a:r>
            <a:r>
              <a:rPr lang="uk-UA" sz="1400" dirty="0"/>
              <a:t>` є рекомендація проаналізувати швидкодію системи при обробці інформації від користувача (</a:t>
            </a:r>
            <a:r>
              <a:rPr lang="uk-UA" sz="1400" dirty="0" err="1"/>
              <a:t>обов"язкові</a:t>
            </a:r>
            <a:r>
              <a:rPr lang="uk-UA" sz="1400" dirty="0"/>
              <a:t> </a:t>
            </a:r>
            <a:r>
              <a:rPr lang="uk-UA" sz="1400" dirty="0" err="1"/>
              <a:t>перевірики</a:t>
            </a:r>
            <a:r>
              <a:rPr lang="uk-UA" sz="1400" dirty="0"/>
              <a:t>, </a:t>
            </a:r>
            <a:r>
              <a:rPr lang="uk-UA" sz="1400" dirty="0" err="1"/>
              <a:t>валідація</a:t>
            </a:r>
            <a:r>
              <a:rPr lang="uk-UA" sz="1400" dirty="0"/>
              <a:t> коректності заповнення даних тощо). Детальна інформація щодо цієї рекомендації надана у п.3 </a:t>
            </a:r>
            <a:r>
              <a:rPr lang="en-US" sz="1400" dirty="0"/>
              <a:t>Jupiter notebook</a:t>
            </a:r>
            <a:r>
              <a:rPr lang="uk-UA" sz="1400" dirty="0"/>
              <a:t>, що доданий до презентації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8C15D-0F27-BED6-2620-465D9340097F}"/>
              </a:ext>
            </a:extLst>
          </p:cNvPr>
          <p:cNvSpPr txBox="1"/>
          <p:nvPr/>
        </p:nvSpPr>
        <p:spPr>
          <a:xfrm>
            <a:off x="345440" y="5116240"/>
            <a:ext cx="1139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b="1" dirty="0"/>
              <a:t>3. `</a:t>
            </a:r>
            <a:r>
              <a:rPr lang="uk-UA" sz="1400" b="1" dirty="0" err="1"/>
              <a:t>Check</a:t>
            </a:r>
            <a:r>
              <a:rPr lang="uk-UA" sz="1400" b="1" dirty="0"/>
              <a:t> </a:t>
            </a:r>
            <a:r>
              <a:rPr lang="uk-UA" sz="1400" b="1" dirty="0" err="1"/>
              <a:t>documents</a:t>
            </a:r>
            <a:r>
              <a:rPr lang="uk-UA" sz="1400" b="1" dirty="0"/>
              <a:t> / BP</a:t>
            </a:r>
            <a:r>
              <a:rPr lang="uk-UA" sz="1400" dirty="0"/>
              <a:t>` є рекомендація проаналізувати сповіщення про необхідність перевірки документів (повідомлення, лист на </a:t>
            </a:r>
            <a:r>
              <a:rPr lang="uk-UA" sz="1400" dirty="0" err="1"/>
              <a:t>ел.пошту</a:t>
            </a:r>
            <a:r>
              <a:rPr lang="uk-UA" sz="1400" dirty="0"/>
              <a:t> тощо), а також проаналізувати регламент перевірки (чи є маркери, що необхідно перевірити, чи як виправити)</a:t>
            </a:r>
          </a:p>
        </p:txBody>
      </p:sp>
    </p:spTree>
    <p:extLst>
      <p:ext uri="{BB962C8B-B14F-4D97-AF65-F5344CB8AC3E}">
        <p14:creationId xmlns:p14="http://schemas.microsoft.com/office/powerpoint/2010/main" val="1605847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780</Words>
  <Application>Microsoft Office PowerPoint</Application>
  <PresentationFormat>Широкий екран</PresentationFormat>
  <Paragraphs>51</Paragraphs>
  <Slides>6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system-ui</vt:lpstr>
      <vt:lpstr>var(--jp-code-font-family)</vt:lpstr>
      <vt:lpstr>Тема Office</vt:lpstr>
      <vt:lpstr>Звіт з дослідження процесу ресертифікація юридичних осіб</vt:lpstr>
      <vt:lpstr>Зміст звіту</vt:lpstr>
      <vt:lpstr>Опис задачі і вихідних даних</vt:lpstr>
      <vt:lpstr>Аналіз аномалій в даних, визначення «вузьких» місць процесу</vt:lpstr>
      <vt:lpstr>Візуалізація схеми процесу</vt:lpstr>
      <vt:lpstr>Пропозиції щодо усунення «вузьких» місць процесу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N</dc:creator>
  <cp:lastModifiedBy>A N</cp:lastModifiedBy>
  <cp:revision>1</cp:revision>
  <dcterms:created xsi:type="dcterms:W3CDTF">2024-07-30T04:33:07Z</dcterms:created>
  <dcterms:modified xsi:type="dcterms:W3CDTF">2024-07-30T11:16:41Z</dcterms:modified>
</cp:coreProperties>
</file>